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Engenharia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RF • RNF • Diagrama de Contexto • DFD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Requisitos Funcionais (RF)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O que o sistema deve FAZER.</a:t>
            </a:r>
          </a:p>
          <a:p>
            <a:pPr>
              <a:spcAft>
                <a:spcPts val="1800"/>
              </a:spcAft>
              <a:defRPr sz="2300"/>
            </a:pPr>
            <a:r>
              <a:t>Ex.: cadastrar aluno; realizar pedido; emitir relatório.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Requisitos Não Funcionais (RNF)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Como o sistema deve funcionar ou quais restrições atender.</a:t>
            </a:r>
          </a:p>
          <a:p>
            <a:pPr>
              <a:spcAft>
                <a:spcPts val="1800"/>
              </a:spcAft>
              <a:defRPr sz="2300"/>
            </a:pPr>
            <a:r>
              <a:t>Ex.: responder em até 2 s; autenticação; disponibilidade.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RF × RNF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RF → função / ação</a:t>
            </a:r>
          </a:p>
          <a:p>
            <a:pPr>
              <a:spcAft>
                <a:spcPts val="1800"/>
              </a:spcAft>
              <a:defRPr sz="2300"/>
            </a:pPr>
            <a:r>
              <a:t>RNF → qualidade / restrição</a:t>
            </a:r>
          </a:p>
          <a:p>
            <a:pPr>
              <a:spcAft>
                <a:spcPts val="1800"/>
              </a:spcAft>
              <a:defRPr sz="2300"/>
            </a:pPr>
            <a:r>
              <a:t>Ex.: “Registrar pedido” (RF) × “responder em 2 s” (RNF)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Diagrama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Visão macro do sistema.</a:t>
            </a:r>
          </a:p>
          <a:p>
            <a:pPr>
              <a:spcAft>
                <a:spcPts val="1800"/>
              </a:spcAft>
              <a:defRPr sz="2300"/>
            </a:pPr>
            <a:r>
              <a:t>Mostra: sistema + entidades externas + fluxos principais.</a:t>
            </a:r>
          </a:p>
          <a:p>
            <a:pPr>
              <a:spcAft>
                <a:spcPts val="1800"/>
              </a:spcAft>
              <a:defRPr sz="2300"/>
            </a:pPr>
            <a:r>
              <a:t>O sistema aparece como um único processo.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Exemplo — Sistema de Cantina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ALUNO ↔ SISTEMA DA CANTINA ↔ ATENDENTE</a:t>
            </a:r>
          </a:p>
          <a:p>
            <a:pPr>
              <a:spcAft>
                <a:spcPts val="1800"/>
              </a:spcAft>
              <a:defRPr sz="2300"/>
            </a:pPr>
            <a:r>
              <a:t>Fluxos: pedido, produtos, pagamento e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DFD — Fluxo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Mostra como os dados entram, são processados e armazenados.</a:t>
            </a:r>
          </a:p>
          <a:p>
            <a:pPr>
              <a:spcAft>
                <a:spcPts val="1800"/>
              </a:spcAft>
              <a:defRPr sz="2300"/>
            </a:pPr>
            <a:r>
              <a:t>Elementos: Entidade • Processo • Fluxo • Depósito de dados.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Exemplo de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Aluno → 1.0 Realizar Pedido → D1 Pedidos</a:t>
            </a:r>
          </a:p>
          <a:p>
            <a:pPr>
              <a:spcAft>
                <a:spcPts val="1800"/>
              </a:spcAft>
              <a:defRPr sz="2300"/>
            </a:pPr>
            <a:r>
              <a:t>Pedido → 2.0 Processar Pagamento → D2 Pagamentos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Contexto ×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Contexto → visão externa e macro.</a:t>
            </a:r>
          </a:p>
          <a:p>
            <a:pPr>
              <a:spcAft>
                <a:spcPts val="1800"/>
              </a:spcAft>
              <a:defRPr sz="2300"/>
            </a:pPr>
            <a:r>
              <a:t>DFD → detalhamento do fluxo interno de dados.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Exercício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Sistema de Agendamento de Monitorias</a:t>
            </a:r>
          </a:p>
          <a:p>
            <a:pPr>
              <a:spcAft>
                <a:spcPts val="1800"/>
              </a:spcAft>
              <a:defRPr sz="2300"/>
            </a:pPr>
            <a:r>
              <a:t>1. Identifique 3 RF e 2 RNF.</a:t>
            </a:r>
          </a:p>
          <a:p>
            <a:pPr>
              <a:spcAft>
                <a:spcPts val="1800"/>
              </a:spcAft>
              <a:defRPr sz="2300"/>
            </a:pPr>
            <a:r>
              <a:t>2. Identifique as entidades externas.</a:t>
            </a:r>
          </a:p>
          <a:p>
            <a:pPr>
              <a:spcAft>
                <a:spcPts val="1800"/>
              </a:spcAft>
              <a:defRPr sz="2300"/>
            </a:pPr>
            <a:r>
              <a:t>3. Faça o Diagrama de Contexto.</a:t>
            </a:r>
          </a:p>
          <a:p>
            <a:pPr>
              <a:spcAft>
                <a:spcPts val="1800"/>
              </a:spcAft>
              <a:defRPr sz="2300"/>
            </a:pPr>
            <a:r>
              <a:t>4. Faça um DFD simples.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/>
            </a:pPr>
            <a:r>
              <a:t>RF = O QUE o sistema faz.</a:t>
            </a:r>
          </a:p>
          <a:p>
            <a:pPr>
              <a:spcAft>
                <a:spcPts val="1800"/>
              </a:spcAft>
              <a:defRPr sz="2300"/>
            </a:pPr>
            <a:r>
              <a:t>RNF = COMO deve funcionar.</a:t>
            </a:r>
          </a:p>
          <a:p>
            <a:pPr>
              <a:spcAft>
                <a:spcPts val="1800"/>
              </a:spcAft>
              <a:defRPr sz="2300"/>
            </a:pPr>
            <a:r>
              <a:t>Contexto = QUEM interage.</a:t>
            </a:r>
          </a:p>
          <a:p>
            <a:pPr>
              <a:spcAft>
                <a:spcPts val="1800"/>
              </a:spcAft>
              <a:defRPr sz="2300"/>
            </a:pPr>
            <a:r>
              <a:t>DFD = COMO os dados circulam.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